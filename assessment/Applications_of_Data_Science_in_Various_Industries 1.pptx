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62" r:id="rId4"/>
    <p:sldId id="263" r:id="rId5"/>
    <p:sldId id="264" r:id="rId6"/>
    <p:sldId id="266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890B-A2C7-CA75-B6EB-2161A3C72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A1B3B-F2F5-B5EB-AC6D-602A39154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308EE-4C84-6A31-D621-F6342779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FE23E-D9FE-06F0-0ABB-1749C4289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0BD6B-D464-0825-74E2-AFA727AF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9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EC9A-B037-8ED7-B835-475E15732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1B23A-39BE-820D-EE38-49FA5A63E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3F282-B618-F949-7DED-DA2B61AB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9CB18-2AC2-4EC4-1E24-9A528D52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591C5-58E5-D40B-F9E7-714FBCF7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7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B8CB-418A-A3E3-224B-00560FFE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C7E3C-3700-6480-159B-58B3D9099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C9BE7-98DD-38FC-90CD-EB614C2A4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64B6E-5F10-0A2C-ABCF-C0F95F44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003A1-B238-7829-EF64-9893A65A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4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0FB68-FEC8-5C85-4519-3D97B0FB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0556F-1D16-8F51-99FB-F0951CABF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593AD-208C-286E-DBBB-BDC810094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3964E-B7AE-1176-52AB-FD8B5649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9CB6C-D41D-9903-D5A9-F452D3D2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B7800-F427-6D51-1DC3-8B02236F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9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9289-27AC-AE54-A0CA-DC87C7E1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04D8E-304C-606E-76EF-B70D73855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C07B0-3E70-645C-600E-451FF58C2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B87B34-1FC7-88FB-4D93-9208EBC539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12436-EBB7-4228-79D0-6B6DF72B4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4F8505-BBD6-BD5D-B8D8-A6A5CF0B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571E2-0A6A-8252-9665-CF426B3E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05729A-1625-7C15-61E9-6969A6E7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97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4C7C-2841-3384-A869-305D787DE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FE9F7F-0A0A-C0FE-D29A-AD19BED57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5B66B-30B8-DD45-456D-3D3D2D36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C1B50-3B2A-3654-15F5-A9278312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77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79DCF-D3DA-1F2C-3920-9993AFC4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6F5A7-5743-A0B9-AC06-7965B28E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2078E-1AD9-F9C8-5EE0-D8A11F8D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7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5CEB-860A-F2C1-2E5D-AD20229CA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DCAD8-76E1-6358-90FC-9386A081C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CCCBD-6887-D6AB-FD51-38CBFC3BF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C1455-6652-A7E7-8C27-91670A891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CE242-5D98-BFC0-1705-EEDC8ADF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C0AC3-4B29-F43F-EDAB-CF848E64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678AF-C9A8-01DA-87CD-5C925A444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4FD22-E33C-1B6B-B101-5F4FAB658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27E27-3693-79B7-8314-5CB12CEDA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66C88-4980-77A6-6E9D-70F03C90E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827C3-3333-A76F-2274-CDF34D80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F0C25-9E94-7B03-1BAA-AAB31344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9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4ED1-D576-8E13-DB11-01AC6AAB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C82DC-5DD1-8CAE-D5E5-A4BEC3AF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3365C-C304-2B26-5457-17678256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7FA86-CF09-253B-6BA8-26CBF48C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40467-DB26-698E-B2AE-C6C4AEB5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12931-052D-C919-67DF-F41AACEFD2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A8B2D-5AFA-723D-A470-47C48C0CD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E9C16-C341-D9DF-FA3B-A6079DAE1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1CFD2-313F-F662-188F-1260EF2D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8D30C-7676-0832-B166-FE907A55C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2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D363F4-E0DA-A463-42F1-D683FD97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A239D-E7FE-A006-B5D6-700D586F5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A085D-4395-2E44-B600-9123F7E5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7C117-E076-43CA-B73B-D8AF465B6B65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8E2FD-96DB-D1D1-0E9A-1032BF37B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19596-0F46-7CDA-9ED4-693DF0B5E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9B81C-C9B2-4318-90AF-F7B9BB8E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1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BC21-A266-4925-B5FB-02EC9A09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3" y="15282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ooper Black" panose="0208090404030B020404" pitchFamily="18" charset="0"/>
              </a:rPr>
              <a:t>Applications of Data Science in</a:t>
            </a:r>
            <a:br>
              <a:rPr lang="en-US" sz="4400" b="1" dirty="0">
                <a:latin typeface="Cooper Black" panose="0208090404030B020404" pitchFamily="18" charset="0"/>
              </a:rPr>
            </a:br>
            <a:r>
              <a:rPr lang="en-US" sz="4400" b="1" dirty="0">
                <a:latin typeface="Cooper Black" panose="0208090404030B020404" pitchFamily="18" charset="0"/>
              </a:rPr>
              <a:t> Various Industries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CFCD4-7995-488D-9909-79518D26B808}"/>
              </a:ext>
            </a:extLst>
          </p:cNvPr>
          <p:cNvSpPr txBox="1"/>
          <p:nvPr/>
        </p:nvSpPr>
        <p:spPr>
          <a:xfrm>
            <a:off x="900953" y="4075348"/>
            <a:ext cx="94846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Cooper Black" panose="0208090404030B020404" pitchFamily="18" charset="0"/>
              </a:rPr>
              <a:t>Presented by: Rajeet patel</a:t>
            </a:r>
          </a:p>
        </p:txBody>
      </p:sp>
    </p:spTree>
    <p:extLst>
      <p:ext uri="{BB962C8B-B14F-4D97-AF65-F5344CB8AC3E}">
        <p14:creationId xmlns:p14="http://schemas.microsoft.com/office/powerpoint/2010/main" val="241672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A815-45C4-4775-9224-C0AEDBDC4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75" y="609600"/>
            <a:ext cx="8596668" cy="13208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Introduction to Data Science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73E93-DAA5-469F-89C4-FF92B5FED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557" y="2008189"/>
            <a:ext cx="8596668" cy="3880773"/>
          </a:xfrm>
        </p:spPr>
        <p:txBody>
          <a:bodyPr>
            <a:normAutofit lnSpcReduction="10000"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 = statistics + programming + domain expertise.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Deals with big data, machine learning, AI models.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organizations extract insights &amp; predict outcomes.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tools: Python, R, SQL, Hadoop, TensorFlow.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 fuels automation, smarter decisions, personalization.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755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6C00-08EA-4CA9-A399-A86E471A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Applications in Healthcare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A92E4-5C8C-463E-953A-46D14D84C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417" y="1930400"/>
            <a:ext cx="8596668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Medical Diagnosis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Predictive Analytics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Personalized Medicine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Electronic Health Records (HER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Robotics and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Remote Monitoring and Telemedicine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94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108B-F475-4365-A26C-DBE4E23E0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 Applications in Finance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4564D-D37F-4473-9EF0-49808B23E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Personal Finance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Payment Gateways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Budgeting Apps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Financial Forecasting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Online Banking Apps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 market prediction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algorithmic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5F9F3-9B25-48F7-A1F7-B966C029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Applications in E-commerce </a:t>
            </a:r>
            <a:b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                 and Retail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8E7AB-A838-4AB7-807C-5EAF2AA8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Demand Forecasting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Personalized Recommendations: 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Fraud Detection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Inventory Management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Targeted Marketing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602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FB3C-18A5-4853-84DB-23DDEB3F8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Applications in Other Industries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486DD-8E57-48C8-A405-979074A53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Manufacturing: Predictive maintenance, defect detection, process optimization.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Agriculture: Crop yield prediction, pest/disease detection using drones &amp; sensors.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Transport: Route optimization, traffic forecasting, self-driving tech (Tesla).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Entertainment: Personalized recommendations (Netflix, Spotify, YouTube).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Energy: Smart grid management, demand forecasting.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08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A65A-663E-40B2-829E-51D51176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50259"/>
            <a:ext cx="8596668" cy="1320800"/>
          </a:xfrm>
        </p:spPr>
        <p:txBody>
          <a:bodyPr/>
          <a:lstStyle/>
          <a:p>
            <a:pPr algn="ctr"/>
            <a:r>
              <a:rPr lang="en-IN" dirty="0">
                <a:latin typeface="Segoe UI Black" panose="020B0A02040204020203" pitchFamily="34" charset="0"/>
                <a:ea typeface="Segoe UI Black" panose="020B0A02040204020203" pitchFamily="34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45A4-CBFE-446E-9EA1-03EE0046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35720"/>
            <a:ext cx="8596668" cy="2527952"/>
          </a:xfrm>
        </p:spPr>
        <p:txBody>
          <a:bodyPr/>
          <a:lstStyle/>
          <a:p>
            <a:pPr marL="0" indent="0">
              <a:buNone/>
            </a:pPr>
            <a:r>
              <a:rPr lang="en-GB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science is a versatile and powerful tool that is reshaping industries by providing data-driven insights, enabling innovation, and driving efficiency. Its applications are vast and continue to grow as new technologies emerge, making it a key driver of progress across various sectors</a:t>
            </a:r>
            <a:r>
              <a:rPr lang="en-GB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92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800E2-B1D5-43DE-B26E-D305F6D0A830}"/>
              </a:ext>
            </a:extLst>
          </p:cNvPr>
          <p:cNvSpPr txBox="1"/>
          <p:nvPr/>
        </p:nvSpPr>
        <p:spPr>
          <a:xfrm>
            <a:off x="3872753" y="2828835"/>
            <a:ext cx="4446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accent2"/>
                </a:solidFill>
              </a:rPr>
              <a:t>Thank You</a:t>
            </a:r>
            <a:endParaRPr lang="en-US" sz="7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019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247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Cooper Black</vt:lpstr>
      <vt:lpstr>Segoe UI Black</vt:lpstr>
      <vt:lpstr>Wingdings</vt:lpstr>
      <vt:lpstr>Office Theme</vt:lpstr>
      <vt:lpstr>Applications of Data Science in  Various Industries</vt:lpstr>
      <vt:lpstr> Introduction to Data Science</vt:lpstr>
      <vt:lpstr>Applications in Healthcare</vt:lpstr>
      <vt:lpstr> Applications in Finance</vt:lpstr>
      <vt:lpstr>Applications in E-commerce                   and Retail</vt:lpstr>
      <vt:lpstr>Applications in Other Industries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Data Science in Various Industries</dc:title>
  <dc:creator>brijesh sardhara</dc:creator>
  <cp:lastModifiedBy>rajeet patel</cp:lastModifiedBy>
  <cp:revision>4</cp:revision>
  <dcterms:created xsi:type="dcterms:W3CDTF">2025-06-30T03:42:30Z</dcterms:created>
  <dcterms:modified xsi:type="dcterms:W3CDTF">2025-08-04T05:50:00Z</dcterms:modified>
</cp:coreProperties>
</file>