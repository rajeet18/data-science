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60" r:id="rId3"/>
    <p:sldId id="257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1AEA-8AC2-4C67-9BE0-78F285CF6937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5DC2EFA-F331-491A-BB69-BDA60CCA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1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1AEA-8AC2-4C67-9BE0-78F285CF6937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2EFA-F331-491A-BB69-BDA60CCA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38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6C11AEA-8AC2-4C67-9BE0-78F285CF6937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5DC2EFA-F331-491A-BB69-BDA60CCA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89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1AEA-8AC2-4C67-9BE0-78F285CF6937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2EFA-F331-491A-BB69-BDA60CCA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5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1AEA-8AC2-4C67-9BE0-78F285CF6937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2EFA-F331-491A-BB69-BDA60CCA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83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1AEA-8AC2-4C67-9BE0-78F285CF6937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2EFA-F331-491A-BB69-BDA60CCA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142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1AEA-8AC2-4C67-9BE0-78F285CF6937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2EFA-F331-491A-BB69-BDA60CCA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271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1AEA-8AC2-4C67-9BE0-78F285CF6937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2EFA-F331-491A-BB69-BDA60CCA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18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1AEA-8AC2-4C67-9BE0-78F285CF6937}" type="datetimeFigureOut">
              <a:rPr lang="en-IN" smtClean="0"/>
              <a:t>23-12-2025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2EFA-F331-491A-BB69-BDA60CCA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93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1AEA-8AC2-4C67-9BE0-78F285CF6937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2EFA-F331-491A-BB69-BDA60CCA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25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1AEA-8AC2-4C67-9BE0-78F285CF6937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C2EFA-F331-491A-BB69-BDA60CCA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80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6C11AEA-8AC2-4C67-9BE0-78F285CF6937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5DC2EFA-F331-491A-BB69-BDA60CCAC0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63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Maps&amp;sca_esv=c18e17d2c1e631b6&amp;sxsrf=AE3TifOhg4OYO7CojMk_hImftQwHngZ0eQ%3A1766466914812&amp;ei=YiVKacqbMZmL4-EP_qfEmAU&amp;ved=2ahUKEwjU96Wb-tKRAxWjWHADHQadI6wQgK4QegQIAxAN&amp;uact=5&amp;oq=+Data+Visualization+Techniques+%26+Best+Practice&amp;gs_lp=Egxnd3Mtd2l6LXNlcnAiLiBEYXRhIFZpc3VhbGl6YXRpb24gVGVjaG5pcXVlcyAmIEJlc3QgUHJhY3RpY2UyBhAAGAgYHjILEAAYgAQYhgMYigUyCxAAGIAEGIYDGIoFMgsQABiABBiGAxiKBTILEAAYgAQYhgMYigUyCBAAGKIEGIkFMggQABiABBiiBDIFEAAY7wUyCBAAGIAEGKIESNgWUO0JWNcQcAF4AZABAJgB3QGgAfcHqgEFMC4yLjO4AQPIAQD4AQGYAgOgAsEDwgIHECMYsAMYJ8ICChAAGLADGNYEGEfCAgQQIxgnmAMAiAYBkAYKkgcFMS4wLjKgB9wasgcDMi0yuAe3A8IHAzItM8gHD4AIAA&amp;sclient=gws-wiz-serp&amp;mstk=AUtExfDf9UUqsV24KrhYtiaRollX2rfOLhkGaqH_1IRfmy37tWPa6pu1UrwgXbcDu-Pyl8P6ixpZc0SsrzIu_cJYMAwWrHOhhxJ8CE0VynkEvRwnW0Qnauguj2LIVl_WGwb4c9AampG9tvE7OpYBCLF6KymT_oZRmgk_ApbjwUV2_ImOB-PdLhSOi_O5p8ZeV71Jsrz5mD83VSfOCSSinTGtqlxYPsVwvr1-5G8tARCbTidQGXO4GYXa_0FYGXk2bShwBYkNcS8PXKdHGfXLg_XqhHtY&amp;csui=3" TargetMode="External"/><Relationship Id="rId3" Type="http://schemas.openxmlformats.org/officeDocument/2006/relationships/hyperlink" Target="https://www.google.com/search?q=Line+Charts&amp;sca_esv=c18e17d2c1e631b6&amp;sxsrf=AE3TifOhg4OYO7CojMk_hImftQwHngZ0eQ%3A1766466914812&amp;ei=YiVKacqbMZmL4-EP_qfEmAU&amp;ved=2ahUKEwjU96Wb-tKRAxWjWHADHQadI6wQgK4QegQIAxAD&amp;uact=5&amp;oq=+Data+Visualization+Techniques+%26+Best+Practice&amp;gs_lp=Egxnd3Mtd2l6LXNlcnAiLiBEYXRhIFZpc3VhbGl6YXRpb24gVGVjaG5pcXVlcyAmIEJlc3QgUHJhY3RpY2UyBhAAGAgYHjILEAAYgAQYhgMYigUyCxAAGIAEGIYDGIoFMgsQABiABBiGAxiKBTILEAAYgAQYhgMYigUyCBAAGKIEGIkFMggQABiABBiiBDIFEAAY7wUyCBAAGIAEGKIESNgWUO0JWNcQcAF4AZABAJgB3QGgAfcHqgEFMC4yLjO4AQPIAQD4AQGYAgOgAsEDwgIHECMYsAMYJ8ICChAAGLADGNYEGEfCAgQQIxgnmAMAiAYBkAYKkgcFMS4wLjKgB9wasgcDMi0yuAe3A8IHAzItM8gHD4AIAA&amp;sclient=gws-wiz-serp&amp;mstk=AUtExfDf9UUqsV24KrhYtiaRollX2rfOLhkGaqH_1IRfmy37tWPa6pu1UrwgXbcDu-Pyl8P6ixpZc0SsrzIu_cJYMAwWrHOhhxJ8CE0VynkEvRwnW0Qnauguj2LIVl_WGwb4c9AampG9tvE7OpYBCLF6KymT_oZRmgk_ApbjwUV2_ImOB-PdLhSOi_O5p8ZeV71Jsrz5mD83VSfOCSSinTGtqlxYPsVwvr1-5G8tARCbTidQGXO4GYXa_0FYGXk2bShwBYkNcS8PXKdHGfXLg_XqhHtY&amp;csui=3" TargetMode="External"/><Relationship Id="rId7" Type="http://schemas.openxmlformats.org/officeDocument/2006/relationships/hyperlink" Target="https://www.google.com/search?q=Heatmaps&amp;sca_esv=c18e17d2c1e631b6&amp;sxsrf=AE3TifOhg4OYO7CojMk_hImftQwHngZ0eQ%3A1766466914812&amp;ei=YiVKacqbMZmL4-EP_qfEmAU&amp;ved=2ahUKEwjU96Wb-tKRAxWjWHADHQadI6wQgK4QegQIAxAL&amp;uact=5&amp;oq=+Data+Visualization+Techniques+%26+Best+Practice&amp;gs_lp=Egxnd3Mtd2l6LXNlcnAiLiBEYXRhIFZpc3VhbGl6YXRpb24gVGVjaG5pcXVlcyAmIEJlc3QgUHJhY3RpY2UyBhAAGAgYHjILEAAYgAQYhgMYigUyCxAAGIAEGIYDGIoFMgsQABiABBiGAxiKBTILEAAYgAQYhgMYigUyCBAAGKIEGIkFMggQABiABBiiBDIFEAAY7wUyCBAAGIAEGKIESNgWUO0JWNcQcAF4AZABAJgB3QGgAfcHqgEFMC4yLjO4AQPIAQD4AQGYAgOgAsEDwgIHECMYsAMYJ8ICChAAGLADGNYEGEfCAgQQIxgnmAMAiAYBkAYKkgcFMS4wLjKgB9wasgcDMi0yuAe3A8IHAzItM8gHD4AIAA&amp;sclient=gws-wiz-serp&amp;mstk=AUtExfDf9UUqsV24KrhYtiaRollX2rfOLhkGaqH_1IRfmy37tWPa6pu1UrwgXbcDu-Pyl8P6ixpZc0SsrzIu_cJYMAwWrHOhhxJ8CE0VynkEvRwnW0Qnauguj2LIVl_WGwb4c9AampG9tvE7OpYBCLF6KymT_oZRmgk_ApbjwUV2_ImOB-PdLhSOi_O5p8ZeV71Jsrz5mD83VSfOCSSinTGtqlxYPsVwvr1-5G8tARCbTidQGXO4GYXa_0FYGXk2bShwBYkNcS8PXKdHGfXLg_XqhHtY&amp;csui=3" TargetMode="External"/><Relationship Id="rId2" Type="http://schemas.openxmlformats.org/officeDocument/2006/relationships/hyperlink" Target="https://www.google.com/search?q=Bar+Charts&amp;sca_esv=c18e17d2c1e631b6&amp;sxsrf=AE3TifOhg4OYO7CojMk_hImftQwHngZ0eQ%3A1766466914812&amp;ei=YiVKacqbMZmL4-EP_qfEmAU&amp;ved=2ahUKEwjU96Wb-tKRAxWjWHADHQadI6wQgK4QegQIAxAB&amp;uact=5&amp;oq=+Data+Visualization+Techniques+%26+Best+Practice&amp;gs_lp=Egxnd3Mtd2l6LXNlcnAiLiBEYXRhIFZpc3VhbGl6YXRpb24gVGVjaG5pcXVlcyAmIEJlc3QgUHJhY3RpY2UyBhAAGAgYHjILEAAYgAQYhgMYigUyCxAAGIAEGIYDGIoFMgsQABiABBiGAxiKBTILEAAYgAQYhgMYigUyCBAAGKIEGIkFMggQABiABBiiBDIFEAAY7wUyCBAAGIAEGKIESNgWUO0JWNcQcAF4AZABAJgB3QGgAfcHqgEFMC4yLjO4AQPIAQD4AQGYAgOgAsEDwgIHECMYsAMYJ8ICChAAGLADGNYEGEfCAgQQIxgnmAMAiAYBkAYKkgcFMS4wLjKgB9wasgcDMi0yuAe3A8IHAzItM8gHD4AIAA&amp;sclient=gws-wiz-serp&amp;mstk=AUtExfDf9UUqsV24KrhYtiaRollX2rfOLhkGaqH_1IRfmy37tWPa6pu1UrwgXbcDu-Pyl8P6ixpZc0SsrzIu_cJYMAwWrHOhhxJ8CE0VynkEvRwnW0Qnauguj2LIVl_WGwb4c9AampG9tvE7OpYBCLF6KymT_oZRmgk_ApbjwUV2_ImOB-PdLhSOi_O5p8ZeV71Jsrz5mD83VSfOCSSinTGtqlxYPsVwvr1-5G8tARCbTidQGXO4GYXa_0FYGXk2bShwBYkNcS8PXKdHGfXLg_XqhHtY&amp;csui=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Histograms&amp;sca_esv=c18e17d2c1e631b6&amp;sxsrf=AE3TifOhg4OYO7CojMk_hImftQwHngZ0eQ%3A1766466914812&amp;ei=YiVKacqbMZmL4-EP_qfEmAU&amp;ved=2ahUKEwjU96Wb-tKRAxWjWHADHQadI6wQgK4QegQIAxAJ&amp;uact=5&amp;oq=+Data+Visualization+Techniques+%26+Best+Practice&amp;gs_lp=Egxnd3Mtd2l6LXNlcnAiLiBEYXRhIFZpc3VhbGl6YXRpb24gVGVjaG5pcXVlcyAmIEJlc3QgUHJhY3RpY2UyBhAAGAgYHjILEAAYgAQYhgMYigUyCxAAGIAEGIYDGIoFMgsQABiABBiGAxiKBTILEAAYgAQYhgMYigUyCBAAGKIEGIkFMggQABiABBiiBDIFEAAY7wUyCBAAGIAEGKIESNgWUO0JWNcQcAF4AZABAJgB3QGgAfcHqgEFMC4yLjO4AQPIAQD4AQGYAgOgAsEDwgIHECMYsAMYJ8ICChAAGLADGNYEGEfCAgQQIxgnmAMAiAYBkAYKkgcFMS4wLjKgB9wasgcDMi0yuAe3A8IHAzItM8gHD4AIAA&amp;sclient=gws-wiz-serp&amp;mstk=AUtExfDf9UUqsV24KrhYtiaRollX2rfOLhkGaqH_1IRfmy37tWPa6pu1UrwgXbcDu-Pyl8P6ixpZc0SsrzIu_cJYMAwWrHOhhxJ8CE0VynkEvRwnW0Qnauguj2LIVl_WGwb4c9AampG9tvE7OpYBCLF6KymT_oZRmgk_ApbjwUV2_ImOB-PdLhSOi_O5p8ZeV71Jsrz5mD83VSfOCSSinTGtqlxYPsVwvr1-5G8tARCbTidQGXO4GYXa_0FYGXk2bShwBYkNcS8PXKdHGfXLg_XqhHtY&amp;csui=3" TargetMode="External"/><Relationship Id="rId5" Type="http://schemas.openxmlformats.org/officeDocument/2006/relationships/hyperlink" Target="https://www.google.com/search?q=Pie+Charts&amp;sca_esv=c18e17d2c1e631b6&amp;sxsrf=AE3TifOhg4OYO7CojMk_hImftQwHngZ0eQ%3A1766466914812&amp;ei=YiVKacqbMZmL4-EP_qfEmAU&amp;ved=2ahUKEwjU96Wb-tKRAxWjWHADHQadI6wQgK4QegQIAxAH&amp;uact=5&amp;oq=+Data+Visualization+Techniques+%26+Best+Practice&amp;gs_lp=Egxnd3Mtd2l6LXNlcnAiLiBEYXRhIFZpc3VhbGl6YXRpb24gVGVjaG5pcXVlcyAmIEJlc3QgUHJhY3RpY2UyBhAAGAgYHjILEAAYgAQYhgMYigUyCxAAGIAEGIYDGIoFMgsQABiABBiGAxiKBTILEAAYgAQYhgMYigUyCBAAGKIEGIkFMggQABiABBiiBDIFEAAY7wUyCBAAGIAEGKIESNgWUO0JWNcQcAF4AZABAJgB3QGgAfcHqgEFMC4yLjO4AQPIAQD4AQGYAgOgAsEDwgIHECMYsAMYJ8ICChAAGLADGNYEGEfCAgQQIxgnmAMAiAYBkAYKkgcFMS4wLjKgB9wasgcDMi0yuAe3A8IHAzItM8gHD4AIAA&amp;sclient=gws-wiz-serp&amp;mstk=AUtExfDf9UUqsV24KrhYtiaRollX2rfOLhkGaqH_1IRfmy37tWPa6pu1UrwgXbcDu-Pyl8P6ixpZc0SsrzIu_cJYMAwWrHOhhxJ8CE0VynkEvRwnW0Qnauguj2LIVl_WGwb4c9AampG9tvE7OpYBCLF6KymT_oZRmgk_ApbjwUV2_ImOB-PdLhSOi_O5p8ZeV71Jsrz5mD83VSfOCSSinTGtqlxYPsVwvr1-5G8tARCbTidQGXO4GYXa_0FYGXk2bShwBYkNcS8PXKdHGfXLg_XqhHtY&amp;csui=3" TargetMode="External"/><Relationship Id="rId10" Type="http://schemas.openxmlformats.org/officeDocument/2006/relationships/hyperlink" Target="https://www.google.com/search?q=Word+Clouds&amp;sca_esv=c18e17d2c1e631b6&amp;sxsrf=AE3TifOhg4OYO7CojMk_hImftQwHngZ0eQ%3A1766466914812&amp;ei=YiVKacqbMZmL4-EP_qfEmAU&amp;ved=2ahUKEwjU96Wb-tKRAxWjWHADHQadI6wQgK4QegQIAxAR&amp;uact=5&amp;oq=+Data+Visualization+Techniques+%26+Best+Practice&amp;gs_lp=Egxnd3Mtd2l6LXNlcnAiLiBEYXRhIFZpc3VhbGl6YXRpb24gVGVjaG5pcXVlcyAmIEJlc3QgUHJhY3RpY2UyBhAAGAgYHjILEAAYgAQYhgMYigUyCxAAGIAEGIYDGIoFMgsQABiABBiGAxiKBTILEAAYgAQYhgMYigUyCBAAGKIEGIkFMggQABiABBiiBDIFEAAY7wUyCBAAGIAEGKIESNgWUO0JWNcQcAF4AZABAJgB3QGgAfcHqgEFMC4yLjO4AQPIAQD4AQGYAgOgAsEDwgIHECMYsAMYJ8ICChAAGLADGNYEGEfCAgQQIxgnmAMAiAYBkAYKkgcFMS4wLjKgB9wasgcDMi0yuAe3A8IHAzItM8gHD4AIAA&amp;sclient=gws-wiz-serp&amp;mstk=AUtExfDf9UUqsV24KrhYtiaRollX2rfOLhkGaqH_1IRfmy37tWPa6pu1UrwgXbcDu-Pyl8P6ixpZc0SsrzIu_cJYMAwWrHOhhxJ8CE0VynkEvRwnW0Qnauguj2LIVl_WGwb4c9AampG9tvE7OpYBCLF6KymT_oZRmgk_ApbjwUV2_ImOB-PdLhSOi_O5p8ZeV71Jsrz5mD83VSfOCSSinTGtqlxYPsVwvr1-5G8tARCbTidQGXO4GYXa_0FYGXk2bShwBYkNcS8PXKdHGfXLg_XqhHtY&amp;csui=3" TargetMode="External"/><Relationship Id="rId4" Type="http://schemas.openxmlformats.org/officeDocument/2006/relationships/hyperlink" Target="https://www.google.com/search?q=Scatter+Plots&amp;sca_esv=c18e17d2c1e631b6&amp;sxsrf=AE3TifOhg4OYO7CojMk_hImftQwHngZ0eQ%3A1766466914812&amp;ei=YiVKacqbMZmL4-EP_qfEmAU&amp;ved=2ahUKEwjU96Wb-tKRAxWjWHADHQadI6wQgK4QegQIAxAF&amp;uact=5&amp;oq=+Data+Visualization+Techniques+%26+Best+Practice&amp;gs_lp=Egxnd3Mtd2l6LXNlcnAiLiBEYXRhIFZpc3VhbGl6YXRpb24gVGVjaG5pcXVlcyAmIEJlc3QgUHJhY3RpY2UyBhAAGAgYHjILEAAYgAQYhgMYigUyCxAAGIAEGIYDGIoFMgsQABiABBiGAxiKBTILEAAYgAQYhgMYigUyCBAAGKIEGIkFMggQABiABBiiBDIFEAAY7wUyCBAAGIAEGKIESNgWUO0JWNcQcAF4AZABAJgB3QGgAfcHqgEFMC4yLjO4AQPIAQD4AQGYAgOgAsEDwgIHECMYsAMYJ8ICChAAGLADGNYEGEfCAgQQIxgnmAMAiAYBkAYKkgcFMS4wLjKgB9wasgcDMi0yuAe3A8IHAzItM8gHD4AIAA&amp;sclient=gws-wiz-serp&amp;mstk=AUtExfDf9UUqsV24KrhYtiaRollX2rfOLhkGaqH_1IRfmy37tWPa6pu1UrwgXbcDu-Pyl8P6ixpZc0SsrzIu_cJYMAwWrHOhhxJ8CE0VynkEvRwnW0Qnauguj2LIVl_WGwb4c9AampG9tvE7OpYBCLF6KymT_oZRmgk_ApbjwUV2_ImOB-PdLhSOi_O5p8ZeV71Jsrz5mD83VSfOCSSinTGtqlxYPsVwvr1-5G8tARCbTidQGXO4GYXa_0FYGXk2bShwBYkNcS8PXKdHGfXLg_XqhHtY&amp;csui=3" TargetMode="External"/><Relationship Id="rId9" Type="http://schemas.openxmlformats.org/officeDocument/2006/relationships/hyperlink" Target="https://www.google.com/search?q=Dashboards&amp;sca_esv=c18e17d2c1e631b6&amp;sxsrf=AE3TifOhg4OYO7CojMk_hImftQwHngZ0eQ%3A1766466914812&amp;ei=YiVKacqbMZmL4-EP_qfEmAU&amp;ved=2ahUKEwjU96Wb-tKRAxWjWHADHQadI6wQgK4QegQIAxAP&amp;uact=5&amp;oq=+Data+Visualization+Techniques+%26+Best+Practice&amp;gs_lp=Egxnd3Mtd2l6LXNlcnAiLiBEYXRhIFZpc3VhbGl6YXRpb24gVGVjaG5pcXVlcyAmIEJlc3QgUHJhY3RpY2UyBhAAGAgYHjILEAAYgAQYhgMYigUyCxAAGIAEGIYDGIoFMgsQABiABBiGAxiKBTILEAAYgAQYhgMYigUyCBAAGKIEGIkFMggQABiABBiiBDIFEAAY7wUyCBAAGIAEGKIESNgWUO0JWNcQcAF4AZABAJgB3QGgAfcHqgEFMC4yLjO4AQPIAQD4AQGYAgOgAsEDwgIHECMYsAMYJ8ICChAAGLADGNYEGEfCAgQQIxgnmAMAiAYBkAYKkgcFMS4wLjKgB9wasgcDMi0yuAe3A8IHAzItM8gHD4AIAA&amp;sclient=gws-wiz-serp&amp;mstk=AUtExfDf9UUqsV24KrhYtiaRollX2rfOLhkGaqH_1IRfmy37tWPa6pu1UrwgXbcDu-Pyl8P6ixpZc0SsrzIu_cJYMAwWrHOhhxJ8CE0VynkEvRwnW0Qnauguj2LIVl_WGwb4c9AampG9tvE7OpYBCLF6KymT_oZRmgk_ApbjwUV2_ImOB-PdLhSOi_O5p8ZeV71Jsrz5mD83VSfOCSSinTGtqlxYPsVwvr1-5G8tARCbTidQGXO4GYXa_0FYGXk2bShwBYkNcS8PXKdHGfXLg_XqhHtY&amp;csui=3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2F14F-C614-F06F-C366-8E20C3E61D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 Visualization Techniques &amp; Best Practice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9FEB5-FAAD-6F30-C507-2C9909221C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2800" dirty="0">
              <a:latin typeface="Cooper Black" panose="0208090404030B020404" pitchFamily="18" charset="0"/>
            </a:endParaRPr>
          </a:p>
          <a:p>
            <a:r>
              <a:rPr lang="en-US" sz="2800" dirty="0">
                <a:latin typeface="Cooper Black" panose="0208090404030B020404" pitchFamily="18" charset="0"/>
              </a:rPr>
              <a:t>Presented by: Rajeet patel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997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42B4E-60A7-E384-5344-8664472C5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&amp;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C42EA-1269-AAD0-101A-F0DBA22BF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Data Visualization?</a:t>
            </a:r>
            <a:endParaRPr lang="en-US" dirty="0"/>
          </a:p>
          <a:p>
            <a:r>
              <a:rPr lang="en-US" dirty="0"/>
              <a:t>The graphical representation of data using charts, graphs, and visuals.</a:t>
            </a:r>
          </a:p>
          <a:p>
            <a:r>
              <a:rPr lang="en-US" b="1" dirty="0"/>
              <a:t>Why is it Important?</a:t>
            </a:r>
            <a:endParaRPr lang="en-US" dirty="0"/>
          </a:p>
          <a:p>
            <a:r>
              <a:rPr lang="en-US" dirty="0"/>
              <a:t>Makes complex data easier to understand</a:t>
            </a:r>
          </a:p>
          <a:p>
            <a:r>
              <a:rPr lang="en-US" dirty="0"/>
              <a:t>Helps identify patterns, trends, and outliers</a:t>
            </a:r>
          </a:p>
          <a:p>
            <a:r>
              <a:rPr lang="en-US" dirty="0"/>
              <a:t>Supports faster and better decision-making</a:t>
            </a:r>
          </a:p>
          <a:p>
            <a:r>
              <a:rPr lang="en-US" dirty="0"/>
              <a:t>Improves communication of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418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AB963-7B7D-139C-AE11-91673E4E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89"/>
            <a:ext cx="10515600" cy="1150535"/>
          </a:xfrm>
        </p:spPr>
        <p:txBody>
          <a:bodyPr/>
          <a:lstStyle/>
          <a:p>
            <a:r>
              <a:rPr lang="en-IN" b="1" dirty="0"/>
              <a:t>Data Visualization Techniques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D33BF-F175-2846-4071-8A1AC0DEA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624"/>
            <a:ext cx="10515600" cy="525528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Bar Charts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Compare data across categories (e.g., sales by month).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 Charts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Show trends and changes over time.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Scatter Plots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Identify relationships or correlations between variables.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Pie Charts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Show parts of a whole (proportions).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Histograms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Visualize the distribution of a single variable.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Heatmaps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Use color to represent complex data distributions or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values in a matrix.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Maps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Display geographical data with spatial context.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Dashboards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Combine multiple visualizations for a comprehensive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overview.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 Clouds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Highlight word frequency in text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20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8E1B-69A3-2124-7BC3-007FC9EA6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 – Simplicity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D549A-05A6-D0AB-F234-60A70C152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Keep It Simple</a:t>
            </a:r>
            <a:endParaRPr lang="en-US" dirty="0"/>
          </a:p>
          <a:p>
            <a:r>
              <a:rPr lang="en-US" dirty="0"/>
              <a:t>Avoid unnecessary colors, labels, and decorations</a:t>
            </a:r>
          </a:p>
          <a:p>
            <a:r>
              <a:rPr lang="en-US" dirty="0"/>
              <a:t>Focus only on the data that matters</a:t>
            </a:r>
          </a:p>
          <a:p>
            <a:r>
              <a:rPr lang="en-US" dirty="0"/>
              <a:t>Clean charts are easier to read and understand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Cluttered chart  vs. Clean chart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466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15153-6586-FCA8-C478-26FAF1831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 – Context &amp; </a:t>
            </a:r>
            <a:r>
              <a:rPr lang="en-IN" dirty="0" err="1"/>
              <a:t>Color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9C195-97D7-0EB7-7715-FC74856CE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Provide Context</a:t>
            </a:r>
            <a:endParaRPr lang="en-US" dirty="0"/>
          </a:p>
          <a:p>
            <a:r>
              <a:rPr lang="en-US" dirty="0"/>
              <a:t>Use clear titles, labels, and legends</a:t>
            </a:r>
          </a:p>
          <a:p>
            <a:r>
              <a:rPr lang="en-US" dirty="0"/>
              <a:t>Add units and brief explanations where needed</a:t>
            </a:r>
          </a:p>
          <a:p>
            <a:r>
              <a:rPr lang="en-US" b="1" dirty="0"/>
              <a:t>Use Color Strategically</a:t>
            </a:r>
            <a:endParaRPr lang="en-US" dirty="0"/>
          </a:p>
          <a:p>
            <a:r>
              <a:rPr lang="en-US" dirty="0"/>
              <a:t>Highlight key data points</a:t>
            </a:r>
          </a:p>
          <a:p>
            <a:r>
              <a:rPr lang="en-US" dirty="0"/>
              <a:t>Avoid using too many colors</a:t>
            </a:r>
          </a:p>
          <a:p>
            <a:r>
              <a:rPr lang="en-US" dirty="0"/>
              <a:t>Use consistent color schemes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453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36C6-6600-567F-84E3-45E93CA3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2603174"/>
            <a:ext cx="9603275" cy="1049235"/>
          </a:xfrm>
        </p:spPr>
        <p:txBody>
          <a:bodyPr/>
          <a:lstStyle/>
          <a:p>
            <a:pPr algn="ctr"/>
            <a:r>
              <a:rPr lang="en-IN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6892361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16</TotalTime>
  <Words>244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Cooper Black</vt:lpstr>
      <vt:lpstr>Rockwell</vt:lpstr>
      <vt:lpstr>Rockwell Condensed</vt:lpstr>
      <vt:lpstr>Wingdings</vt:lpstr>
      <vt:lpstr>Wood Type</vt:lpstr>
      <vt:lpstr>Data Visualization Techniques &amp; Best Practice</vt:lpstr>
      <vt:lpstr>What &amp; Why?</vt:lpstr>
      <vt:lpstr>Data Visualization Techniques</vt:lpstr>
      <vt:lpstr>Best Practice – Simplicity</vt:lpstr>
      <vt:lpstr>Best Practice – Context &amp; Color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rajeet patel</dc:creator>
  <cp:lastModifiedBy>rajeet patel</cp:lastModifiedBy>
  <cp:revision>1</cp:revision>
  <dcterms:created xsi:type="dcterms:W3CDTF">2025-12-23T05:10:37Z</dcterms:created>
  <dcterms:modified xsi:type="dcterms:W3CDTF">2025-12-23T05:27:05Z</dcterms:modified>
</cp:coreProperties>
</file>