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C910-480E-92BE-B09D-09369C14C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ADAC9-0B6D-C9FA-97A9-A3D57F1B8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9BA6-C054-B38A-5C81-355E8A24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EC6F9-3038-F951-CBFD-4056F05D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C5945-30DC-5F95-1A39-FAEBD44C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102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A497-25D5-240B-9CFA-5FD63B75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77A34-15BE-9907-9D35-55D7F9E31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512E5-D1A8-0F45-9143-848B139D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FB8F4-6C40-6894-66FE-74F1A3EE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E502A-B22A-F113-73FD-8F7A44B6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84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D928-781F-92DC-7ED3-173F38F2B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EBF95-205F-A676-576F-CBBF8F578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5E58C-02E0-65A8-7096-DD39471F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5BCC4-C888-35DF-695A-E91662C4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8F6EB-DC6E-18F2-405A-4645CDAA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04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7EE5-B6FE-01A0-71C9-536E84E6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8E945-E324-D0E8-C9D1-96D10FD9D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72CCF-C2D7-A383-64AA-D827A9B69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BDB71-B967-187E-FCFB-BAEE41B9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4DFEB-157E-41B7-D669-ED8BA59E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3A019-349C-3A74-9353-E87AF1B0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48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FA1C-6A7F-3DC9-4403-6D97564E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7C9DA-721B-EFB5-A128-02548111E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578BB-5EC3-F565-9431-75B9C70F4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812F6-7449-E5BC-E0C0-AF88782E6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554E2-F873-70C2-B920-0DA0DF45D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1B7C6B-896C-FCEC-8B72-15BCCF5EB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4888C-87D0-1B8E-E65F-31A9574E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80DFC1-9797-AEE1-DA26-D6591A0B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78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3AA5-5738-0380-4278-FB03E3285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DE8AB-96C0-2FD3-A37E-6A96510E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4918E-494F-C598-25F1-4DAE21540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28FBE-336F-0E20-6CC9-7C44E026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91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467F6-BA60-4915-6031-7F476C53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9224A3-5529-B780-272B-D71710B52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C30A6-96EC-02D3-27A6-FA7C07985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55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1451-B89A-AA98-9B06-3F983F36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7B5F4-C550-5110-4601-BEEF7E5B7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1B26C-273A-42BF-36AD-F04A947F1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82E1D-446A-CA2E-5183-9A27B029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05AE0-D759-B022-AE4C-99FD30AC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0C6EB-8CDD-59A8-6A86-3F430450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4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FE41-497D-306E-CD4C-CB17E65AA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DF883-95DF-9328-4D07-FF4A61E10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EAF81-4731-CB6E-0C05-7A02A40E0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847B7-0CE9-40DC-A288-F5C39549D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6D822-E9B6-E79F-46BB-EA6AB3D5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F20B0-EFFB-947F-4FEB-129BCE078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58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E840-795E-B5DE-20E7-11166C20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569BC-A3AE-A25C-B945-FD143D56E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F0D6C-BA3F-CBEA-2955-D9CB432F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C8E30-07DB-2A4E-512D-85A0C06E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5810E-4986-2908-7202-8DAEC6B4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265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77D80A-14F8-7F53-4F0C-5ECFE22EA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F88B5-F578-68D8-0FE4-F8DD5FD36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51EDD-4776-34E9-B120-DCD49928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507FC-39DA-334E-D319-DC364A9E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AE534-4308-2BF2-D402-78B6C161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01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0434D-FDEA-5941-D9AD-DBD0538A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E7B98-C267-06FC-A77A-AEFC7BAC5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F7FFF-B671-CF3F-E71B-457B37CEA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C7820-3F60-4390-BF0A-EF89CFB92808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A7EB-468E-0447-7E13-1F7D9BAEA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A1CF9-95BB-804A-C4DF-D07D76E82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3F916-69F0-45BC-8F67-866BAF0EE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604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109D-ECAE-7EB8-8B5B-000F10285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Object-Oriented Programming (OOP) Concepts in Python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66321-258F-313B-BC38-F7310E6BDB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Cooper Black" panose="0208090404030B020404" pitchFamily="18" charset="0"/>
            </a:endParaRPr>
          </a:p>
          <a:p>
            <a:endParaRPr lang="en-US" dirty="0">
              <a:latin typeface="Cooper Black" panose="0208090404030B020404" pitchFamily="18" charset="0"/>
            </a:endParaRPr>
          </a:p>
          <a:p>
            <a:r>
              <a:rPr lang="en-US" sz="3600" dirty="0">
                <a:latin typeface="Cooper Black" panose="0208090404030B020404" pitchFamily="18" charset="0"/>
              </a:rPr>
              <a:t>Presented by: Rajeet patel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282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EFDB-AF71-E991-E647-95EEF28BD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Introduction to OOP: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1D459-7FE0-D7F6-BA75-92ECA303C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What is OOP?:-</a:t>
            </a:r>
            <a:r>
              <a:rPr lang="en-US" sz="2400" dirty="0"/>
              <a:t> A programming paradigm based on the concept of "objects," which can contain data and code that manipulates the data.</a:t>
            </a:r>
          </a:p>
          <a:p>
            <a:r>
              <a:rPr lang="en-US" sz="2400" b="1" dirty="0"/>
              <a:t>Why OOP?</a:t>
            </a:r>
            <a:r>
              <a:rPr lang="en-US" sz="2400" dirty="0"/>
              <a:t> :-Benefits include modularity, reusability, maintainability, and managing complexity.</a:t>
            </a:r>
          </a:p>
          <a:p>
            <a:r>
              <a:rPr lang="en-US" sz="2400" b="1" dirty="0"/>
              <a:t>Comparison with Procedural Programming:-</a:t>
            </a:r>
            <a:r>
              <a:rPr lang="en-US" sz="2400" dirty="0"/>
              <a:t> Highlighting the differences in structure and approach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77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9747-2970-E6D1-12D1-B1BAA13D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Core OOP Concepts: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4AB79-B46F-FBEA-9804-EF651D9E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Classes and Objects</a:t>
            </a:r>
          </a:p>
          <a:p>
            <a:r>
              <a:rPr lang="en-IN" b="1" dirty="0"/>
              <a:t>Encapsulation</a:t>
            </a:r>
          </a:p>
          <a:p>
            <a:r>
              <a:rPr lang="en-IN" b="1" dirty="0"/>
              <a:t>Inheritance</a:t>
            </a:r>
          </a:p>
          <a:p>
            <a:r>
              <a:rPr lang="en-IN" b="1" dirty="0"/>
              <a:t>Polymorphism</a:t>
            </a:r>
          </a:p>
          <a:p>
            <a:r>
              <a:rPr lang="en-IN" b="1" dirty="0"/>
              <a:t>Abstraction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16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A122-E2B8-8D56-0766-415E2B7E1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Classes and Objects: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0DE4EB0-4D93-71F3-536C-1E179B5522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5000"/>
            <a:ext cx="9599936" cy="28391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Class: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A blueprint or template for creating objects.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Object: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An instance of a class, representing a real-world entity.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Syntax: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Defining classes using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keyword and creating objects.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method: The constructor for initializing object attributes.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keyword: Referring to the instance of the class.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141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350B-F34C-DB21-0082-370BE14D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Encapsulation: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14300-9D38-AB46-6274-5F89E1411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dirty="0"/>
              <a:t>Bundling data (attributes) and methods that operate on the data within a single unit (class).</a:t>
            </a:r>
          </a:p>
          <a:p>
            <a:r>
              <a:rPr lang="en-US" dirty="0"/>
              <a:t>Controlling access to data using conventions (e.g., single underscore for "protected," double underscore for "private" - although true private access doesn't exist in Python).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84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404D5-2611-9370-1CF4-3ECDF07AB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Inheritance: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B8D4-ECC2-E1D0-22DA-B64D31C67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 dirty="0"/>
              <a:t>Creating new classes (child/derived classes) from existing classes (parent/base classes).</a:t>
            </a:r>
          </a:p>
          <a:p>
            <a:pPr fontAlgn="ctr"/>
            <a:r>
              <a:rPr lang="en-US" dirty="0"/>
              <a:t>Reusing code and establishing an "is-a" relationship.</a:t>
            </a:r>
          </a:p>
          <a:p>
            <a:r>
              <a:rPr lang="en-US" b="1" dirty="0"/>
              <a:t>Method Overriding:</a:t>
            </a:r>
            <a:r>
              <a:rPr lang="en-US" dirty="0"/>
              <a:t> Redefining methods in child classes.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403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70AE-02E9-6310-FA6F-0DC8AC4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Advanced OOP Concepts (Optional, depending on presentation depth):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DA63F-46F8-63CA-1B10-31BEF8DD1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Class Variables vs. Instance Variables:</a:t>
            </a:r>
            <a:r>
              <a:rPr lang="en-US" dirty="0"/>
              <a:t> Distinguishing between data shared by all instances and data unique to each instance.</a:t>
            </a:r>
          </a:p>
          <a:p>
            <a:r>
              <a:rPr lang="en-US" b="1" dirty="0"/>
              <a:t>Static Methods and Class Methods:</a:t>
            </a:r>
            <a:r>
              <a:rPr lang="en-US" dirty="0"/>
              <a:t> Understanding their purpose and use cases.</a:t>
            </a:r>
          </a:p>
          <a:p>
            <a:r>
              <a:rPr lang="en-US" b="1" dirty="0"/>
              <a:t>Operator Overloading:</a:t>
            </a:r>
            <a:r>
              <a:rPr lang="en-US" dirty="0"/>
              <a:t> Customizing the behavior of operators for custom classes.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59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7FBADA-2B28-BC1F-6E0A-3C41E44D3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4747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66835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303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Cooper Black</vt:lpstr>
      <vt:lpstr>Courier New</vt:lpstr>
      <vt:lpstr>Google Sans</vt:lpstr>
      <vt:lpstr>Office Theme</vt:lpstr>
      <vt:lpstr>Object-Oriented Programming (OOP) Concepts in Python</vt:lpstr>
      <vt:lpstr>1. Introduction to OOP:</vt:lpstr>
      <vt:lpstr>2. Core OOP Concepts:</vt:lpstr>
      <vt:lpstr>Classes and Objects:</vt:lpstr>
      <vt:lpstr>Encapsulation:</vt:lpstr>
      <vt:lpstr>Inheritance:</vt:lpstr>
      <vt:lpstr>3. Advanced OOP Concepts (Optional, depending on presentation depth):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rajeet patel</dc:creator>
  <cp:lastModifiedBy>rajeet patel</cp:lastModifiedBy>
  <cp:revision>1</cp:revision>
  <dcterms:created xsi:type="dcterms:W3CDTF">2025-08-18T09:53:30Z</dcterms:created>
  <dcterms:modified xsi:type="dcterms:W3CDTF">2025-08-18T10:05:06Z</dcterms:modified>
</cp:coreProperties>
</file>